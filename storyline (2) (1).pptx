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  <p:embeddedFont>
      <p:font typeface="Montserrat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31062" y="5838856"/>
            <a:ext cx="5881901" cy="4207645"/>
            <a:chOff x="0" y="0"/>
            <a:chExt cx="7842535" cy="56101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1156"/>
              <a:ext cx="2522053" cy="5589037"/>
            </a:xfrm>
            <a:custGeom>
              <a:avLst/>
              <a:gdLst/>
              <a:ahLst/>
              <a:cxnLst/>
              <a:rect r="r" b="b" t="t" l="l"/>
              <a:pathLst>
                <a:path h="5589037" w="2522053">
                  <a:moveTo>
                    <a:pt x="0" y="0"/>
                  </a:moveTo>
                  <a:lnTo>
                    <a:pt x="2522053" y="0"/>
                  </a:lnTo>
                  <a:lnTo>
                    <a:pt x="2522053" y="5589037"/>
                  </a:lnTo>
                  <a:lnTo>
                    <a:pt x="0" y="5589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781578" y="0"/>
              <a:ext cx="2060957" cy="5589037"/>
            </a:xfrm>
            <a:custGeom>
              <a:avLst/>
              <a:gdLst/>
              <a:ahLst/>
              <a:cxnLst/>
              <a:rect r="r" b="b" t="t" l="l"/>
              <a:pathLst>
                <a:path h="5589037" w="2060957">
                  <a:moveTo>
                    <a:pt x="0" y="0"/>
                  </a:moveTo>
                  <a:lnTo>
                    <a:pt x="2060957" y="0"/>
                  </a:lnTo>
                  <a:lnTo>
                    <a:pt x="2060957" y="5589037"/>
                  </a:lnTo>
                  <a:lnTo>
                    <a:pt x="0" y="5589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581183" y="4334719"/>
            <a:ext cx="8381659" cy="80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0"/>
              </a:lnSpc>
            </a:pPr>
            <a:r>
              <a:rPr lang="en-US" b="true" sz="23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Use Case Explanation Through Conversation</a:t>
            </a:r>
          </a:p>
          <a:p>
            <a:pPr algn="ctr">
              <a:lnSpc>
                <a:spcPts val="3350"/>
              </a:lnSpc>
              <a:spcBef>
                <a:spcPct val="0"/>
              </a:spcBef>
            </a:pPr>
            <a:r>
              <a:rPr lang="en-US" b="true" sz="23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Here's a brief overview of the technology stack involved.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74435" y="414655"/>
            <a:ext cx="5995154" cy="125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Name: Career Path 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Finder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51181" y="2053047"/>
            <a:ext cx="1044166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Problem Statement :The Challenge of Post-SSLC Stream and Degree Selection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30038" y="3063478"/>
            <a:ext cx="1891540" cy="4191778"/>
          </a:xfrm>
          <a:custGeom>
            <a:avLst/>
            <a:gdLst/>
            <a:ahLst/>
            <a:cxnLst/>
            <a:rect r="r" b="b" t="t" l="l"/>
            <a:pathLst>
              <a:path h="4191778" w="1891540">
                <a:moveTo>
                  <a:pt x="0" y="0"/>
                </a:moveTo>
                <a:lnTo>
                  <a:pt x="1891540" y="0"/>
                </a:lnTo>
                <a:lnTo>
                  <a:pt x="1891540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66222" y="3047611"/>
            <a:ext cx="1545718" cy="4191778"/>
          </a:xfrm>
          <a:custGeom>
            <a:avLst/>
            <a:gdLst/>
            <a:ahLst/>
            <a:cxnLst/>
            <a:rect r="r" b="b" t="t" l="l"/>
            <a:pathLst>
              <a:path h="4191778" w="1545718">
                <a:moveTo>
                  <a:pt x="0" y="0"/>
                </a:moveTo>
                <a:lnTo>
                  <a:pt x="1545718" y="0"/>
                </a:lnTo>
                <a:lnTo>
                  <a:pt x="1545718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11940" y="648126"/>
            <a:ext cx="4526095" cy="3531268"/>
            <a:chOff x="0" y="0"/>
            <a:chExt cx="1197247" cy="9340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7247" cy="933683"/>
            </a:xfrm>
            <a:custGeom>
              <a:avLst/>
              <a:gdLst/>
              <a:ahLst/>
              <a:cxnLst/>
              <a:rect r="r" b="b" t="t" l="l"/>
              <a:pathLst>
                <a:path h="933683" w="1197247">
                  <a:moveTo>
                    <a:pt x="679771" y="0"/>
                  </a:moveTo>
                  <a:cubicBezTo>
                    <a:pt x="692903" y="0"/>
                    <a:pt x="706114" y="0"/>
                    <a:pt x="719220" y="0"/>
                  </a:cubicBezTo>
                  <a:cubicBezTo>
                    <a:pt x="823712" y="15601"/>
                    <a:pt x="889014" y="67534"/>
                    <a:pt x="918758" y="152512"/>
                  </a:cubicBezTo>
                  <a:cubicBezTo>
                    <a:pt x="1092963" y="141180"/>
                    <a:pt x="1212437" y="301862"/>
                    <a:pt x="1142432" y="459564"/>
                  </a:cubicBezTo>
                  <a:cubicBezTo>
                    <a:pt x="1168100" y="492702"/>
                    <a:pt x="1189514" y="529770"/>
                    <a:pt x="1197247" y="579521"/>
                  </a:cubicBezTo>
                  <a:cubicBezTo>
                    <a:pt x="1197247" y="593773"/>
                    <a:pt x="1197247" y="607991"/>
                    <a:pt x="1197247" y="622241"/>
                  </a:cubicBezTo>
                  <a:cubicBezTo>
                    <a:pt x="1174200" y="748864"/>
                    <a:pt x="1075029" y="834427"/>
                    <a:pt x="912217" y="811393"/>
                  </a:cubicBezTo>
                  <a:cubicBezTo>
                    <a:pt x="870326" y="876408"/>
                    <a:pt x="795786" y="938333"/>
                    <a:pt x="679795" y="933408"/>
                  </a:cubicBezTo>
                  <a:cubicBezTo>
                    <a:pt x="619841" y="929140"/>
                    <a:pt x="578132" y="904417"/>
                    <a:pt x="541614" y="874382"/>
                  </a:cubicBezTo>
                  <a:cubicBezTo>
                    <a:pt x="503151" y="899349"/>
                    <a:pt x="461494" y="918942"/>
                    <a:pt x="401306" y="919158"/>
                  </a:cubicBezTo>
                  <a:cubicBezTo>
                    <a:pt x="262061" y="919527"/>
                    <a:pt x="168911" y="823340"/>
                    <a:pt x="166653" y="691404"/>
                  </a:cubicBezTo>
                  <a:cubicBezTo>
                    <a:pt x="77136" y="660538"/>
                    <a:pt x="16507" y="602925"/>
                    <a:pt x="0" y="504340"/>
                  </a:cubicBezTo>
                  <a:cubicBezTo>
                    <a:pt x="0" y="490091"/>
                    <a:pt x="0" y="475810"/>
                    <a:pt x="0" y="461621"/>
                  </a:cubicBezTo>
                  <a:cubicBezTo>
                    <a:pt x="18220" y="363930"/>
                    <a:pt x="75553" y="302567"/>
                    <a:pt x="171013" y="276554"/>
                  </a:cubicBezTo>
                  <a:cubicBezTo>
                    <a:pt x="165277" y="111758"/>
                    <a:pt x="356224" y="8783"/>
                    <a:pt x="513092" y="81385"/>
                  </a:cubicBezTo>
                  <a:cubicBezTo>
                    <a:pt x="550440" y="45484"/>
                    <a:pt x="603282" y="6327"/>
                    <a:pt x="679771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56121" y="117582"/>
              <a:ext cx="1085005" cy="683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thanks  dear , I dreamed of becoming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 Exbperience (UX) Designer but i don't know wt is the best way to perceive it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12927" y="8417209"/>
            <a:ext cx="1066490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ravi recently  completed his  10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class  and got 97%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462960" y="648126"/>
            <a:ext cx="3086100" cy="2025253"/>
            <a:chOff x="0" y="0"/>
            <a:chExt cx="812800" cy="5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38100" y="60325"/>
              <a:ext cx="7366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hey ravi congrats  u got 97% in ur 10</a:t>
              </a: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</a:t>
              </a: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grade wt  next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30038" y="3053953"/>
            <a:ext cx="1891540" cy="4191778"/>
          </a:xfrm>
          <a:custGeom>
            <a:avLst/>
            <a:gdLst/>
            <a:ahLst/>
            <a:cxnLst/>
            <a:rect r="r" b="b" t="t" l="l"/>
            <a:pathLst>
              <a:path h="4191778" w="1891540">
                <a:moveTo>
                  <a:pt x="0" y="0"/>
                </a:moveTo>
                <a:lnTo>
                  <a:pt x="1891540" y="0"/>
                </a:lnTo>
                <a:lnTo>
                  <a:pt x="1891540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66222" y="3047611"/>
            <a:ext cx="1545718" cy="4191778"/>
          </a:xfrm>
          <a:custGeom>
            <a:avLst/>
            <a:gdLst/>
            <a:ahLst/>
            <a:cxnLst/>
            <a:rect r="r" b="b" t="t" l="l"/>
            <a:pathLst>
              <a:path h="4191778" w="1545718">
                <a:moveTo>
                  <a:pt x="0" y="0"/>
                </a:moveTo>
                <a:lnTo>
                  <a:pt x="1545718" y="0"/>
                </a:lnTo>
                <a:lnTo>
                  <a:pt x="1545718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11940" y="648126"/>
            <a:ext cx="3083595" cy="2405827"/>
            <a:chOff x="0" y="0"/>
            <a:chExt cx="1197247" cy="9340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7247" cy="933683"/>
            </a:xfrm>
            <a:custGeom>
              <a:avLst/>
              <a:gdLst/>
              <a:ahLst/>
              <a:cxnLst/>
              <a:rect r="r" b="b" t="t" l="l"/>
              <a:pathLst>
                <a:path h="933683" w="1197247">
                  <a:moveTo>
                    <a:pt x="679771" y="0"/>
                  </a:moveTo>
                  <a:cubicBezTo>
                    <a:pt x="692903" y="0"/>
                    <a:pt x="706114" y="0"/>
                    <a:pt x="719220" y="0"/>
                  </a:cubicBezTo>
                  <a:cubicBezTo>
                    <a:pt x="823712" y="15601"/>
                    <a:pt x="889014" y="67534"/>
                    <a:pt x="918758" y="152512"/>
                  </a:cubicBezTo>
                  <a:cubicBezTo>
                    <a:pt x="1092963" y="141180"/>
                    <a:pt x="1212437" y="301862"/>
                    <a:pt x="1142432" y="459564"/>
                  </a:cubicBezTo>
                  <a:cubicBezTo>
                    <a:pt x="1168100" y="492702"/>
                    <a:pt x="1189514" y="529770"/>
                    <a:pt x="1197247" y="579521"/>
                  </a:cubicBezTo>
                  <a:cubicBezTo>
                    <a:pt x="1197247" y="593773"/>
                    <a:pt x="1197247" y="607991"/>
                    <a:pt x="1197247" y="622241"/>
                  </a:cubicBezTo>
                  <a:cubicBezTo>
                    <a:pt x="1174200" y="748864"/>
                    <a:pt x="1075029" y="834427"/>
                    <a:pt x="912217" y="811393"/>
                  </a:cubicBezTo>
                  <a:cubicBezTo>
                    <a:pt x="870326" y="876408"/>
                    <a:pt x="795786" y="938333"/>
                    <a:pt x="679795" y="933408"/>
                  </a:cubicBezTo>
                  <a:cubicBezTo>
                    <a:pt x="619841" y="929140"/>
                    <a:pt x="578132" y="904417"/>
                    <a:pt x="541614" y="874382"/>
                  </a:cubicBezTo>
                  <a:cubicBezTo>
                    <a:pt x="503151" y="899349"/>
                    <a:pt x="461494" y="918942"/>
                    <a:pt x="401306" y="919158"/>
                  </a:cubicBezTo>
                  <a:cubicBezTo>
                    <a:pt x="262061" y="919527"/>
                    <a:pt x="168911" y="823340"/>
                    <a:pt x="166653" y="691404"/>
                  </a:cubicBezTo>
                  <a:cubicBezTo>
                    <a:pt x="77136" y="660538"/>
                    <a:pt x="16507" y="602925"/>
                    <a:pt x="0" y="504340"/>
                  </a:cubicBezTo>
                  <a:cubicBezTo>
                    <a:pt x="0" y="490091"/>
                    <a:pt x="0" y="475810"/>
                    <a:pt x="0" y="461621"/>
                  </a:cubicBezTo>
                  <a:cubicBezTo>
                    <a:pt x="18220" y="363930"/>
                    <a:pt x="75553" y="302567"/>
                    <a:pt x="171013" y="276554"/>
                  </a:cubicBezTo>
                  <a:cubicBezTo>
                    <a:pt x="165277" y="111758"/>
                    <a:pt x="356224" y="8783"/>
                    <a:pt x="513092" y="81385"/>
                  </a:cubicBezTo>
                  <a:cubicBezTo>
                    <a:pt x="550440" y="45484"/>
                    <a:pt x="603282" y="6327"/>
                    <a:pt x="679771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56121" y="127107"/>
              <a:ext cx="1085005" cy="67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 ! in our family and friends also nobody know much about this ...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462960" y="648126"/>
            <a:ext cx="3086100" cy="2025253"/>
            <a:chOff x="0" y="0"/>
            <a:chExt cx="812800" cy="5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38100" y="60325"/>
              <a:ext cx="7366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sorry ravi i also don't know much about that field 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30038" y="3053953"/>
            <a:ext cx="1891540" cy="4191778"/>
          </a:xfrm>
          <a:custGeom>
            <a:avLst/>
            <a:gdLst/>
            <a:ahLst/>
            <a:cxnLst/>
            <a:rect r="r" b="b" t="t" l="l"/>
            <a:pathLst>
              <a:path h="4191778" w="1891540">
                <a:moveTo>
                  <a:pt x="0" y="0"/>
                </a:moveTo>
                <a:lnTo>
                  <a:pt x="1891540" y="0"/>
                </a:lnTo>
                <a:lnTo>
                  <a:pt x="1891540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66222" y="3047611"/>
            <a:ext cx="1545718" cy="4191778"/>
          </a:xfrm>
          <a:custGeom>
            <a:avLst/>
            <a:gdLst/>
            <a:ahLst/>
            <a:cxnLst/>
            <a:rect r="r" b="b" t="t" l="l"/>
            <a:pathLst>
              <a:path h="4191778" w="1545718">
                <a:moveTo>
                  <a:pt x="0" y="0"/>
                </a:moveTo>
                <a:lnTo>
                  <a:pt x="1545718" y="0"/>
                </a:lnTo>
                <a:lnTo>
                  <a:pt x="1545718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11940" y="648126"/>
            <a:ext cx="3571385" cy="2786401"/>
            <a:chOff x="0" y="0"/>
            <a:chExt cx="1197247" cy="9340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7247" cy="933683"/>
            </a:xfrm>
            <a:custGeom>
              <a:avLst/>
              <a:gdLst/>
              <a:ahLst/>
              <a:cxnLst/>
              <a:rect r="r" b="b" t="t" l="l"/>
              <a:pathLst>
                <a:path h="933683" w="1197247">
                  <a:moveTo>
                    <a:pt x="679771" y="0"/>
                  </a:moveTo>
                  <a:cubicBezTo>
                    <a:pt x="692903" y="0"/>
                    <a:pt x="706114" y="0"/>
                    <a:pt x="719220" y="0"/>
                  </a:cubicBezTo>
                  <a:cubicBezTo>
                    <a:pt x="823712" y="15601"/>
                    <a:pt x="889014" y="67534"/>
                    <a:pt x="918758" y="152512"/>
                  </a:cubicBezTo>
                  <a:cubicBezTo>
                    <a:pt x="1092963" y="141180"/>
                    <a:pt x="1212437" y="301862"/>
                    <a:pt x="1142432" y="459564"/>
                  </a:cubicBezTo>
                  <a:cubicBezTo>
                    <a:pt x="1168100" y="492702"/>
                    <a:pt x="1189514" y="529770"/>
                    <a:pt x="1197247" y="579521"/>
                  </a:cubicBezTo>
                  <a:cubicBezTo>
                    <a:pt x="1197247" y="593773"/>
                    <a:pt x="1197247" y="607991"/>
                    <a:pt x="1197247" y="622241"/>
                  </a:cubicBezTo>
                  <a:cubicBezTo>
                    <a:pt x="1174200" y="748864"/>
                    <a:pt x="1075029" y="834427"/>
                    <a:pt x="912217" y="811393"/>
                  </a:cubicBezTo>
                  <a:cubicBezTo>
                    <a:pt x="870326" y="876408"/>
                    <a:pt x="795786" y="938333"/>
                    <a:pt x="679795" y="933408"/>
                  </a:cubicBezTo>
                  <a:cubicBezTo>
                    <a:pt x="619841" y="929140"/>
                    <a:pt x="578132" y="904417"/>
                    <a:pt x="541614" y="874382"/>
                  </a:cubicBezTo>
                  <a:cubicBezTo>
                    <a:pt x="503151" y="899349"/>
                    <a:pt x="461494" y="918942"/>
                    <a:pt x="401306" y="919158"/>
                  </a:cubicBezTo>
                  <a:cubicBezTo>
                    <a:pt x="262061" y="919527"/>
                    <a:pt x="168911" y="823340"/>
                    <a:pt x="166653" y="691404"/>
                  </a:cubicBezTo>
                  <a:cubicBezTo>
                    <a:pt x="77136" y="660538"/>
                    <a:pt x="16507" y="602925"/>
                    <a:pt x="0" y="504340"/>
                  </a:cubicBezTo>
                  <a:cubicBezTo>
                    <a:pt x="0" y="490091"/>
                    <a:pt x="0" y="475810"/>
                    <a:pt x="0" y="461621"/>
                  </a:cubicBezTo>
                  <a:cubicBezTo>
                    <a:pt x="18220" y="363930"/>
                    <a:pt x="75553" y="302567"/>
                    <a:pt x="171013" y="276554"/>
                  </a:cubicBezTo>
                  <a:cubicBezTo>
                    <a:pt x="165277" y="111758"/>
                    <a:pt x="356224" y="8783"/>
                    <a:pt x="513092" y="81385"/>
                  </a:cubicBezTo>
                  <a:cubicBezTo>
                    <a:pt x="550440" y="45484"/>
                    <a:pt x="603282" y="6327"/>
                    <a:pt x="679771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56121" y="127107"/>
              <a:ext cx="1085005" cy="67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website really ?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013325" y="217476"/>
            <a:ext cx="3686807" cy="2419467"/>
            <a:chOff x="0" y="0"/>
            <a:chExt cx="812800" cy="5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38100" y="60325"/>
              <a:ext cx="7366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hey ravi i know a website which can help you with this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30" y="5812574"/>
            <a:ext cx="1891540" cy="4191778"/>
          </a:xfrm>
          <a:custGeom>
            <a:avLst/>
            <a:gdLst/>
            <a:ahLst/>
            <a:cxnLst/>
            <a:rect r="r" b="b" t="t" l="l"/>
            <a:pathLst>
              <a:path h="4191778" w="1891540">
                <a:moveTo>
                  <a:pt x="0" y="0"/>
                </a:moveTo>
                <a:lnTo>
                  <a:pt x="1891540" y="0"/>
                </a:lnTo>
                <a:lnTo>
                  <a:pt x="1891540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80705" y="5812574"/>
            <a:ext cx="1545718" cy="4191778"/>
          </a:xfrm>
          <a:custGeom>
            <a:avLst/>
            <a:gdLst/>
            <a:ahLst/>
            <a:cxnLst/>
            <a:rect r="r" b="b" t="t" l="l"/>
            <a:pathLst>
              <a:path h="4191778" w="1545718">
                <a:moveTo>
                  <a:pt x="0" y="0"/>
                </a:moveTo>
                <a:lnTo>
                  <a:pt x="1545718" y="0"/>
                </a:lnTo>
                <a:lnTo>
                  <a:pt x="1545718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348132" y="3451997"/>
            <a:ext cx="34342" cy="4636148"/>
            <a:chOff x="0" y="0"/>
            <a:chExt cx="50800" cy="685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8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50800">
                  <a:moveTo>
                    <a:pt x="0" y="6858000"/>
                  </a:moveTo>
                  <a:lnTo>
                    <a:pt x="0" y="0"/>
                  </a:lnTo>
                  <a:lnTo>
                    <a:pt x="50800" y="0"/>
                  </a:lnTo>
                  <a:lnTo>
                    <a:pt x="50800" y="6858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932195" y="5371017"/>
            <a:ext cx="4161386" cy="883114"/>
          </a:xfrm>
          <a:custGeom>
            <a:avLst/>
            <a:gdLst/>
            <a:ahLst/>
            <a:cxnLst/>
            <a:rect r="r" b="b" t="t" l="l"/>
            <a:pathLst>
              <a:path h="883114" w="4161386">
                <a:moveTo>
                  <a:pt x="0" y="0"/>
                </a:moveTo>
                <a:lnTo>
                  <a:pt x="4161386" y="0"/>
                </a:lnTo>
                <a:lnTo>
                  <a:pt x="4161386" y="883114"/>
                </a:lnTo>
                <a:lnTo>
                  <a:pt x="0" y="883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56585" y="2094568"/>
            <a:ext cx="4451776" cy="64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</a:pPr>
            <a:r>
              <a:rPr lang="en-US" sz="30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explore career options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82047" y="4732224"/>
            <a:ext cx="3061682" cy="64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</a:pPr>
            <a:r>
              <a:rPr lang="en-US" sz="30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 next after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80110" y="5193362"/>
            <a:ext cx="4080754" cy="118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</a:pPr>
            <a:r>
              <a:rPr lang="en-US" sz="30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find all ways to ur dreams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07113" y="3118247"/>
            <a:ext cx="3086100" cy="2025253"/>
            <a:chOff x="0" y="0"/>
            <a:chExt cx="81280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38100" y="60325"/>
              <a:ext cx="7366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 asked about all the ways to become User Experience (UX) Designer</a:t>
              </a:r>
            </a:p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know?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934379" y="3730697"/>
            <a:ext cx="2315909" cy="1519815"/>
            <a:chOff x="0" y="0"/>
            <a:chExt cx="812800" cy="53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38100" y="60325"/>
              <a:ext cx="7366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yes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753"/>
            <a:ext cx="18205070" cy="9648785"/>
          </a:xfrm>
          <a:custGeom>
            <a:avLst/>
            <a:gdLst/>
            <a:ahLst/>
            <a:cxnLst/>
            <a:rect r="r" b="b" t="t" l="l"/>
            <a:pathLst>
              <a:path h="9648785" w="18205070">
                <a:moveTo>
                  <a:pt x="0" y="0"/>
                </a:moveTo>
                <a:lnTo>
                  <a:pt x="18205070" y="0"/>
                </a:lnTo>
                <a:lnTo>
                  <a:pt x="18205070" y="9648785"/>
                </a:lnTo>
                <a:lnTo>
                  <a:pt x="0" y="964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8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930" y="5812574"/>
            <a:ext cx="1891540" cy="4191778"/>
          </a:xfrm>
          <a:custGeom>
            <a:avLst/>
            <a:gdLst/>
            <a:ahLst/>
            <a:cxnLst/>
            <a:rect r="r" b="b" t="t" l="l"/>
            <a:pathLst>
              <a:path h="4191778" w="1891540">
                <a:moveTo>
                  <a:pt x="0" y="0"/>
                </a:moveTo>
                <a:lnTo>
                  <a:pt x="1891540" y="0"/>
                </a:lnTo>
                <a:lnTo>
                  <a:pt x="1891540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80705" y="5812574"/>
            <a:ext cx="1545718" cy="4191778"/>
          </a:xfrm>
          <a:custGeom>
            <a:avLst/>
            <a:gdLst/>
            <a:ahLst/>
            <a:cxnLst/>
            <a:rect r="r" b="b" t="t" l="l"/>
            <a:pathLst>
              <a:path h="4191778" w="1545718">
                <a:moveTo>
                  <a:pt x="0" y="0"/>
                </a:moveTo>
                <a:lnTo>
                  <a:pt x="1545718" y="0"/>
                </a:lnTo>
                <a:lnTo>
                  <a:pt x="1545718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74470" y="5052666"/>
            <a:ext cx="2315909" cy="1519815"/>
            <a:chOff x="0" y="0"/>
            <a:chExt cx="812800" cy="533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38100" y="60325"/>
              <a:ext cx="7366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here u go </a:t>
              </a:r>
            </a:p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347128" y="3312709"/>
            <a:ext cx="2940872" cy="2305321"/>
            <a:chOff x="0" y="0"/>
            <a:chExt cx="1220841" cy="9570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0841" cy="956573"/>
            </a:xfrm>
            <a:custGeom>
              <a:avLst/>
              <a:gdLst/>
              <a:ahLst/>
              <a:cxnLst/>
              <a:rect r="r" b="b" t="t" l="l"/>
              <a:pathLst>
                <a:path h="956573" w="1220841">
                  <a:moveTo>
                    <a:pt x="693167" y="0"/>
                  </a:moveTo>
                  <a:cubicBezTo>
                    <a:pt x="706558" y="0"/>
                    <a:pt x="720029" y="0"/>
                    <a:pt x="733394" y="0"/>
                  </a:cubicBezTo>
                  <a:cubicBezTo>
                    <a:pt x="839945" y="15984"/>
                    <a:pt x="906534" y="69191"/>
                    <a:pt x="936864" y="156253"/>
                  </a:cubicBezTo>
                  <a:cubicBezTo>
                    <a:pt x="1114502" y="144643"/>
                    <a:pt x="1236031" y="309265"/>
                    <a:pt x="1164946" y="470835"/>
                  </a:cubicBezTo>
                  <a:cubicBezTo>
                    <a:pt x="1191120" y="504786"/>
                    <a:pt x="1212956" y="542763"/>
                    <a:pt x="1220841" y="593735"/>
                  </a:cubicBezTo>
                  <a:cubicBezTo>
                    <a:pt x="1220841" y="608337"/>
                    <a:pt x="1220841" y="622904"/>
                    <a:pt x="1220841" y="637503"/>
                  </a:cubicBezTo>
                  <a:cubicBezTo>
                    <a:pt x="1197340" y="767231"/>
                    <a:pt x="1096214" y="854893"/>
                    <a:pt x="930193" y="831294"/>
                  </a:cubicBezTo>
                  <a:cubicBezTo>
                    <a:pt x="887477" y="897904"/>
                    <a:pt x="811468" y="961244"/>
                    <a:pt x="693192" y="956302"/>
                  </a:cubicBezTo>
                  <a:cubicBezTo>
                    <a:pt x="632056" y="951929"/>
                    <a:pt x="589525" y="926600"/>
                    <a:pt x="552288" y="895828"/>
                  </a:cubicBezTo>
                  <a:cubicBezTo>
                    <a:pt x="513066" y="921407"/>
                    <a:pt x="470589" y="941482"/>
                    <a:pt x="409215" y="941703"/>
                  </a:cubicBezTo>
                  <a:cubicBezTo>
                    <a:pt x="267225" y="942081"/>
                    <a:pt x="172240" y="843534"/>
                    <a:pt x="169937" y="708362"/>
                  </a:cubicBezTo>
                  <a:cubicBezTo>
                    <a:pt x="78656" y="676740"/>
                    <a:pt x="16832" y="617713"/>
                    <a:pt x="0" y="516710"/>
                  </a:cubicBezTo>
                  <a:cubicBezTo>
                    <a:pt x="0" y="502111"/>
                    <a:pt x="0" y="487480"/>
                    <a:pt x="0" y="472943"/>
                  </a:cubicBezTo>
                  <a:cubicBezTo>
                    <a:pt x="18579" y="372856"/>
                    <a:pt x="77042" y="309988"/>
                    <a:pt x="174383" y="283337"/>
                  </a:cubicBezTo>
                  <a:cubicBezTo>
                    <a:pt x="168534" y="114500"/>
                    <a:pt x="363244" y="8999"/>
                    <a:pt x="523203" y="83381"/>
                  </a:cubicBezTo>
                  <a:cubicBezTo>
                    <a:pt x="561288" y="46599"/>
                    <a:pt x="615171" y="6482"/>
                    <a:pt x="693167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7227" y="130926"/>
              <a:ext cx="1106387" cy="689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oo super dear super now i can go with diploma as i am very bad in bio</a:t>
              </a:r>
            </a:p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557973" y="7568738"/>
            <a:ext cx="12249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 feature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753"/>
            <a:ext cx="18205070" cy="9648785"/>
          </a:xfrm>
          <a:custGeom>
            <a:avLst/>
            <a:gdLst/>
            <a:ahLst/>
            <a:cxnLst/>
            <a:rect r="r" b="b" t="t" l="l"/>
            <a:pathLst>
              <a:path h="9648785" w="18205070">
                <a:moveTo>
                  <a:pt x="0" y="0"/>
                </a:moveTo>
                <a:lnTo>
                  <a:pt x="18205070" y="0"/>
                </a:lnTo>
                <a:lnTo>
                  <a:pt x="18205070" y="9648785"/>
                </a:lnTo>
                <a:lnTo>
                  <a:pt x="0" y="964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8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76442" y="5661761"/>
            <a:ext cx="1891540" cy="4191778"/>
          </a:xfrm>
          <a:custGeom>
            <a:avLst/>
            <a:gdLst/>
            <a:ahLst/>
            <a:cxnLst/>
            <a:rect r="r" b="b" t="t" l="l"/>
            <a:pathLst>
              <a:path h="4191778" w="1891540">
                <a:moveTo>
                  <a:pt x="0" y="0"/>
                </a:moveTo>
                <a:lnTo>
                  <a:pt x="1891539" y="0"/>
                </a:lnTo>
                <a:lnTo>
                  <a:pt x="1891539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80705" y="5812574"/>
            <a:ext cx="1545718" cy="4191778"/>
          </a:xfrm>
          <a:custGeom>
            <a:avLst/>
            <a:gdLst/>
            <a:ahLst/>
            <a:cxnLst/>
            <a:rect r="r" b="b" t="t" l="l"/>
            <a:pathLst>
              <a:path h="4191778" w="1545718">
                <a:moveTo>
                  <a:pt x="0" y="0"/>
                </a:moveTo>
                <a:lnTo>
                  <a:pt x="1545718" y="0"/>
                </a:lnTo>
                <a:lnTo>
                  <a:pt x="1545718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22211" y="3325455"/>
            <a:ext cx="3092061" cy="1818045"/>
            <a:chOff x="0" y="0"/>
            <a:chExt cx="947104" cy="5568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104" cy="556842"/>
            </a:xfrm>
            <a:custGeom>
              <a:avLst/>
              <a:gdLst/>
              <a:ahLst/>
              <a:cxnLst/>
              <a:rect r="r" b="b" t="t" l="l"/>
              <a:pathLst>
                <a:path h="556842" w="947104">
                  <a:moveTo>
                    <a:pt x="537745" y="0"/>
                  </a:moveTo>
                  <a:cubicBezTo>
                    <a:pt x="548133" y="0"/>
                    <a:pt x="558584" y="0"/>
                    <a:pt x="568952" y="0"/>
                  </a:cubicBezTo>
                  <a:cubicBezTo>
                    <a:pt x="651612" y="9301"/>
                    <a:pt x="703270" y="40261"/>
                    <a:pt x="726800" y="90922"/>
                  </a:cubicBezTo>
                  <a:cubicBezTo>
                    <a:pt x="864608" y="84166"/>
                    <a:pt x="962293" y="179958"/>
                    <a:pt x="903741" y="273974"/>
                  </a:cubicBezTo>
                  <a:cubicBezTo>
                    <a:pt x="924046" y="293729"/>
                    <a:pt x="940986" y="315828"/>
                    <a:pt x="947104" y="345488"/>
                  </a:cubicBezTo>
                  <a:cubicBezTo>
                    <a:pt x="947104" y="353984"/>
                    <a:pt x="947104" y="362460"/>
                    <a:pt x="947104" y="370955"/>
                  </a:cubicBezTo>
                  <a:cubicBezTo>
                    <a:pt x="928872" y="446443"/>
                    <a:pt x="850421" y="497452"/>
                    <a:pt x="721625" y="483720"/>
                  </a:cubicBezTo>
                  <a:cubicBezTo>
                    <a:pt x="688487" y="522480"/>
                    <a:pt x="629520" y="561108"/>
                    <a:pt x="537764" y="556461"/>
                  </a:cubicBezTo>
                  <a:cubicBezTo>
                    <a:pt x="490336" y="553916"/>
                    <a:pt x="457342" y="539178"/>
                    <a:pt x="428453" y="521272"/>
                  </a:cubicBezTo>
                  <a:cubicBezTo>
                    <a:pt x="398026" y="536156"/>
                    <a:pt x="365073" y="547837"/>
                    <a:pt x="317460" y="547966"/>
                  </a:cubicBezTo>
                  <a:cubicBezTo>
                    <a:pt x="207308" y="548186"/>
                    <a:pt x="133620" y="490843"/>
                    <a:pt x="131834" y="412187"/>
                  </a:cubicBezTo>
                  <a:cubicBezTo>
                    <a:pt x="61020" y="393787"/>
                    <a:pt x="13058" y="359440"/>
                    <a:pt x="0" y="300668"/>
                  </a:cubicBezTo>
                  <a:cubicBezTo>
                    <a:pt x="0" y="292173"/>
                    <a:pt x="0" y="283659"/>
                    <a:pt x="0" y="275200"/>
                  </a:cubicBezTo>
                  <a:cubicBezTo>
                    <a:pt x="14413" y="216961"/>
                    <a:pt x="59768" y="180378"/>
                    <a:pt x="135283" y="164871"/>
                  </a:cubicBezTo>
                  <a:cubicBezTo>
                    <a:pt x="130745" y="66626"/>
                    <a:pt x="281797" y="5236"/>
                    <a:pt x="405890" y="48519"/>
                  </a:cubicBezTo>
                  <a:cubicBezTo>
                    <a:pt x="435435" y="27115"/>
                    <a:pt x="477237" y="3772"/>
                    <a:pt x="537745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4395" y="64237"/>
              <a:ext cx="858313" cy="413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 can also check out the shortest path  and path with your interests </a:t>
              </a: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80705" y="3887753"/>
            <a:ext cx="2207295" cy="1730277"/>
            <a:chOff x="0" y="0"/>
            <a:chExt cx="1220841" cy="9570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0841" cy="956573"/>
            </a:xfrm>
            <a:custGeom>
              <a:avLst/>
              <a:gdLst/>
              <a:ahLst/>
              <a:cxnLst/>
              <a:rect r="r" b="b" t="t" l="l"/>
              <a:pathLst>
                <a:path h="956573" w="1220841">
                  <a:moveTo>
                    <a:pt x="693167" y="0"/>
                  </a:moveTo>
                  <a:cubicBezTo>
                    <a:pt x="706558" y="0"/>
                    <a:pt x="720029" y="0"/>
                    <a:pt x="733394" y="0"/>
                  </a:cubicBezTo>
                  <a:cubicBezTo>
                    <a:pt x="839945" y="15984"/>
                    <a:pt x="906534" y="69191"/>
                    <a:pt x="936864" y="156253"/>
                  </a:cubicBezTo>
                  <a:cubicBezTo>
                    <a:pt x="1114502" y="144643"/>
                    <a:pt x="1236031" y="309265"/>
                    <a:pt x="1164946" y="470835"/>
                  </a:cubicBezTo>
                  <a:cubicBezTo>
                    <a:pt x="1191120" y="504786"/>
                    <a:pt x="1212956" y="542763"/>
                    <a:pt x="1220841" y="593735"/>
                  </a:cubicBezTo>
                  <a:cubicBezTo>
                    <a:pt x="1220841" y="608337"/>
                    <a:pt x="1220841" y="622904"/>
                    <a:pt x="1220841" y="637503"/>
                  </a:cubicBezTo>
                  <a:cubicBezTo>
                    <a:pt x="1197340" y="767231"/>
                    <a:pt x="1096214" y="854893"/>
                    <a:pt x="930193" y="831294"/>
                  </a:cubicBezTo>
                  <a:cubicBezTo>
                    <a:pt x="887477" y="897904"/>
                    <a:pt x="811468" y="961244"/>
                    <a:pt x="693192" y="956302"/>
                  </a:cubicBezTo>
                  <a:cubicBezTo>
                    <a:pt x="632056" y="951929"/>
                    <a:pt x="589525" y="926600"/>
                    <a:pt x="552288" y="895828"/>
                  </a:cubicBezTo>
                  <a:cubicBezTo>
                    <a:pt x="513066" y="921407"/>
                    <a:pt x="470589" y="941482"/>
                    <a:pt x="409215" y="941703"/>
                  </a:cubicBezTo>
                  <a:cubicBezTo>
                    <a:pt x="267225" y="942081"/>
                    <a:pt x="172240" y="843534"/>
                    <a:pt x="169937" y="708362"/>
                  </a:cubicBezTo>
                  <a:cubicBezTo>
                    <a:pt x="78656" y="676740"/>
                    <a:pt x="16832" y="617713"/>
                    <a:pt x="0" y="516710"/>
                  </a:cubicBezTo>
                  <a:cubicBezTo>
                    <a:pt x="0" y="502111"/>
                    <a:pt x="0" y="487480"/>
                    <a:pt x="0" y="472943"/>
                  </a:cubicBezTo>
                  <a:cubicBezTo>
                    <a:pt x="18579" y="372856"/>
                    <a:pt x="77042" y="309988"/>
                    <a:pt x="174383" y="283337"/>
                  </a:cubicBezTo>
                  <a:cubicBezTo>
                    <a:pt x="168534" y="114500"/>
                    <a:pt x="363244" y="8999"/>
                    <a:pt x="523203" y="83381"/>
                  </a:cubicBezTo>
                  <a:cubicBezTo>
                    <a:pt x="561288" y="46599"/>
                    <a:pt x="615171" y="6482"/>
                    <a:pt x="693167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7227" y="121401"/>
              <a:ext cx="1106387" cy="698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yeah </a:t>
              </a:r>
            </a:p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557973" y="7568738"/>
            <a:ext cx="12249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 feature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753"/>
            <a:ext cx="18205070" cy="9648785"/>
          </a:xfrm>
          <a:custGeom>
            <a:avLst/>
            <a:gdLst/>
            <a:ahLst/>
            <a:cxnLst/>
            <a:rect r="r" b="b" t="t" l="l"/>
            <a:pathLst>
              <a:path h="9648785" w="18205070">
                <a:moveTo>
                  <a:pt x="0" y="0"/>
                </a:moveTo>
                <a:lnTo>
                  <a:pt x="18205070" y="0"/>
                </a:lnTo>
                <a:lnTo>
                  <a:pt x="18205070" y="9648785"/>
                </a:lnTo>
                <a:lnTo>
                  <a:pt x="0" y="964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58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76442" y="5661761"/>
            <a:ext cx="1891540" cy="4191778"/>
          </a:xfrm>
          <a:custGeom>
            <a:avLst/>
            <a:gdLst/>
            <a:ahLst/>
            <a:cxnLst/>
            <a:rect r="r" b="b" t="t" l="l"/>
            <a:pathLst>
              <a:path h="4191778" w="1891540">
                <a:moveTo>
                  <a:pt x="0" y="0"/>
                </a:moveTo>
                <a:lnTo>
                  <a:pt x="1891539" y="0"/>
                </a:lnTo>
                <a:lnTo>
                  <a:pt x="1891539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80705" y="5812574"/>
            <a:ext cx="1545718" cy="4191778"/>
          </a:xfrm>
          <a:custGeom>
            <a:avLst/>
            <a:gdLst/>
            <a:ahLst/>
            <a:cxnLst/>
            <a:rect r="r" b="b" t="t" l="l"/>
            <a:pathLst>
              <a:path h="4191778" w="1545718">
                <a:moveTo>
                  <a:pt x="0" y="0"/>
                </a:moveTo>
                <a:lnTo>
                  <a:pt x="1545718" y="0"/>
                </a:lnTo>
                <a:lnTo>
                  <a:pt x="1545718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666413" y="2998661"/>
            <a:ext cx="3647859" cy="2144839"/>
            <a:chOff x="0" y="0"/>
            <a:chExt cx="947104" cy="5568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104" cy="556842"/>
            </a:xfrm>
            <a:custGeom>
              <a:avLst/>
              <a:gdLst/>
              <a:ahLst/>
              <a:cxnLst/>
              <a:rect r="r" b="b" t="t" l="l"/>
              <a:pathLst>
                <a:path h="556842" w="947104">
                  <a:moveTo>
                    <a:pt x="537745" y="0"/>
                  </a:moveTo>
                  <a:cubicBezTo>
                    <a:pt x="548133" y="0"/>
                    <a:pt x="558584" y="0"/>
                    <a:pt x="568952" y="0"/>
                  </a:cubicBezTo>
                  <a:cubicBezTo>
                    <a:pt x="651612" y="9301"/>
                    <a:pt x="703270" y="40261"/>
                    <a:pt x="726800" y="90922"/>
                  </a:cubicBezTo>
                  <a:cubicBezTo>
                    <a:pt x="864608" y="84166"/>
                    <a:pt x="962293" y="179958"/>
                    <a:pt x="903741" y="273974"/>
                  </a:cubicBezTo>
                  <a:cubicBezTo>
                    <a:pt x="924046" y="293729"/>
                    <a:pt x="940986" y="315828"/>
                    <a:pt x="947104" y="345488"/>
                  </a:cubicBezTo>
                  <a:cubicBezTo>
                    <a:pt x="947104" y="353984"/>
                    <a:pt x="947104" y="362460"/>
                    <a:pt x="947104" y="370955"/>
                  </a:cubicBezTo>
                  <a:cubicBezTo>
                    <a:pt x="928872" y="446443"/>
                    <a:pt x="850421" y="497452"/>
                    <a:pt x="721625" y="483720"/>
                  </a:cubicBezTo>
                  <a:cubicBezTo>
                    <a:pt x="688487" y="522480"/>
                    <a:pt x="629520" y="561108"/>
                    <a:pt x="537764" y="556461"/>
                  </a:cubicBezTo>
                  <a:cubicBezTo>
                    <a:pt x="490336" y="553916"/>
                    <a:pt x="457342" y="539178"/>
                    <a:pt x="428453" y="521272"/>
                  </a:cubicBezTo>
                  <a:cubicBezTo>
                    <a:pt x="398026" y="536156"/>
                    <a:pt x="365073" y="547837"/>
                    <a:pt x="317460" y="547966"/>
                  </a:cubicBezTo>
                  <a:cubicBezTo>
                    <a:pt x="207308" y="548186"/>
                    <a:pt x="133620" y="490843"/>
                    <a:pt x="131834" y="412187"/>
                  </a:cubicBezTo>
                  <a:cubicBezTo>
                    <a:pt x="61020" y="393787"/>
                    <a:pt x="13058" y="359440"/>
                    <a:pt x="0" y="300668"/>
                  </a:cubicBezTo>
                  <a:cubicBezTo>
                    <a:pt x="0" y="292173"/>
                    <a:pt x="0" y="283659"/>
                    <a:pt x="0" y="275200"/>
                  </a:cubicBezTo>
                  <a:cubicBezTo>
                    <a:pt x="14413" y="216961"/>
                    <a:pt x="59768" y="180378"/>
                    <a:pt x="135283" y="164871"/>
                  </a:cubicBezTo>
                  <a:cubicBezTo>
                    <a:pt x="130745" y="66626"/>
                    <a:pt x="281797" y="5236"/>
                    <a:pt x="405890" y="48519"/>
                  </a:cubicBezTo>
                  <a:cubicBezTo>
                    <a:pt x="435435" y="27115"/>
                    <a:pt x="477237" y="3772"/>
                    <a:pt x="537745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44395" y="64237"/>
              <a:ext cx="858313" cy="413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after this u can go this one of this path and explore mare about that </a:t>
              </a:r>
            </a:p>
            <a:p>
              <a:pPr algn="ctr">
                <a:lnSpc>
                  <a:spcPts val="18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80705" y="3887753"/>
            <a:ext cx="2207295" cy="1730277"/>
            <a:chOff x="0" y="0"/>
            <a:chExt cx="1220841" cy="9570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0841" cy="956573"/>
            </a:xfrm>
            <a:custGeom>
              <a:avLst/>
              <a:gdLst/>
              <a:ahLst/>
              <a:cxnLst/>
              <a:rect r="r" b="b" t="t" l="l"/>
              <a:pathLst>
                <a:path h="956573" w="1220841">
                  <a:moveTo>
                    <a:pt x="693167" y="0"/>
                  </a:moveTo>
                  <a:cubicBezTo>
                    <a:pt x="706558" y="0"/>
                    <a:pt x="720029" y="0"/>
                    <a:pt x="733394" y="0"/>
                  </a:cubicBezTo>
                  <a:cubicBezTo>
                    <a:pt x="839945" y="15984"/>
                    <a:pt x="906534" y="69191"/>
                    <a:pt x="936864" y="156253"/>
                  </a:cubicBezTo>
                  <a:cubicBezTo>
                    <a:pt x="1114502" y="144643"/>
                    <a:pt x="1236031" y="309265"/>
                    <a:pt x="1164946" y="470835"/>
                  </a:cubicBezTo>
                  <a:cubicBezTo>
                    <a:pt x="1191120" y="504786"/>
                    <a:pt x="1212956" y="542763"/>
                    <a:pt x="1220841" y="593735"/>
                  </a:cubicBezTo>
                  <a:cubicBezTo>
                    <a:pt x="1220841" y="608337"/>
                    <a:pt x="1220841" y="622904"/>
                    <a:pt x="1220841" y="637503"/>
                  </a:cubicBezTo>
                  <a:cubicBezTo>
                    <a:pt x="1197340" y="767231"/>
                    <a:pt x="1096214" y="854893"/>
                    <a:pt x="930193" y="831294"/>
                  </a:cubicBezTo>
                  <a:cubicBezTo>
                    <a:pt x="887477" y="897904"/>
                    <a:pt x="811468" y="961244"/>
                    <a:pt x="693192" y="956302"/>
                  </a:cubicBezTo>
                  <a:cubicBezTo>
                    <a:pt x="632056" y="951929"/>
                    <a:pt x="589525" y="926600"/>
                    <a:pt x="552288" y="895828"/>
                  </a:cubicBezTo>
                  <a:cubicBezTo>
                    <a:pt x="513066" y="921407"/>
                    <a:pt x="470589" y="941482"/>
                    <a:pt x="409215" y="941703"/>
                  </a:cubicBezTo>
                  <a:cubicBezTo>
                    <a:pt x="267225" y="942081"/>
                    <a:pt x="172240" y="843534"/>
                    <a:pt x="169937" y="708362"/>
                  </a:cubicBezTo>
                  <a:cubicBezTo>
                    <a:pt x="78656" y="676740"/>
                    <a:pt x="16832" y="617713"/>
                    <a:pt x="0" y="516710"/>
                  </a:cubicBezTo>
                  <a:cubicBezTo>
                    <a:pt x="0" y="502111"/>
                    <a:pt x="0" y="487480"/>
                    <a:pt x="0" y="472943"/>
                  </a:cubicBezTo>
                  <a:cubicBezTo>
                    <a:pt x="18579" y="372856"/>
                    <a:pt x="77042" y="309988"/>
                    <a:pt x="174383" y="283337"/>
                  </a:cubicBezTo>
                  <a:cubicBezTo>
                    <a:pt x="168534" y="114500"/>
                    <a:pt x="363244" y="8999"/>
                    <a:pt x="523203" y="83381"/>
                  </a:cubicBezTo>
                  <a:cubicBezTo>
                    <a:pt x="561288" y="46599"/>
                    <a:pt x="615171" y="6482"/>
                    <a:pt x="693167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7227" y="121401"/>
              <a:ext cx="1106387" cy="698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What exactly? </a:t>
              </a:r>
            </a:p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557973" y="7568738"/>
            <a:ext cx="12249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 feature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123" y="558998"/>
            <a:ext cx="17259300" cy="9169003"/>
          </a:xfrm>
          <a:custGeom>
            <a:avLst/>
            <a:gdLst/>
            <a:ahLst/>
            <a:cxnLst/>
            <a:rect r="r" b="b" t="t" l="l"/>
            <a:pathLst>
              <a:path h="9169003" w="17259300">
                <a:moveTo>
                  <a:pt x="0" y="0"/>
                </a:moveTo>
                <a:lnTo>
                  <a:pt x="17259300" y="0"/>
                </a:lnTo>
                <a:lnTo>
                  <a:pt x="17259300" y="9169004"/>
                </a:lnTo>
                <a:lnTo>
                  <a:pt x="0" y="9169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11169" y="5812574"/>
            <a:ext cx="1891540" cy="4191778"/>
          </a:xfrm>
          <a:custGeom>
            <a:avLst/>
            <a:gdLst/>
            <a:ahLst/>
            <a:cxnLst/>
            <a:rect r="r" b="b" t="t" l="l"/>
            <a:pathLst>
              <a:path h="4191778" w="1891540">
                <a:moveTo>
                  <a:pt x="0" y="0"/>
                </a:moveTo>
                <a:lnTo>
                  <a:pt x="1891540" y="0"/>
                </a:lnTo>
                <a:lnTo>
                  <a:pt x="1891540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80705" y="5812574"/>
            <a:ext cx="1545718" cy="4191778"/>
          </a:xfrm>
          <a:custGeom>
            <a:avLst/>
            <a:gdLst/>
            <a:ahLst/>
            <a:cxnLst/>
            <a:rect r="r" b="b" t="t" l="l"/>
            <a:pathLst>
              <a:path h="4191778" w="1545718">
                <a:moveTo>
                  <a:pt x="0" y="0"/>
                </a:moveTo>
                <a:lnTo>
                  <a:pt x="1545718" y="0"/>
                </a:lnTo>
                <a:lnTo>
                  <a:pt x="1545718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14673" y="3256935"/>
            <a:ext cx="3084532" cy="2406558"/>
            <a:chOff x="0" y="0"/>
            <a:chExt cx="1197247" cy="9340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7247" cy="933683"/>
            </a:xfrm>
            <a:custGeom>
              <a:avLst/>
              <a:gdLst/>
              <a:ahLst/>
              <a:cxnLst/>
              <a:rect r="r" b="b" t="t" l="l"/>
              <a:pathLst>
                <a:path h="933683" w="1197247">
                  <a:moveTo>
                    <a:pt x="679771" y="0"/>
                  </a:moveTo>
                  <a:cubicBezTo>
                    <a:pt x="692903" y="0"/>
                    <a:pt x="706114" y="0"/>
                    <a:pt x="719220" y="0"/>
                  </a:cubicBezTo>
                  <a:cubicBezTo>
                    <a:pt x="823712" y="15601"/>
                    <a:pt x="889014" y="67534"/>
                    <a:pt x="918758" y="152512"/>
                  </a:cubicBezTo>
                  <a:cubicBezTo>
                    <a:pt x="1092963" y="141180"/>
                    <a:pt x="1212437" y="301862"/>
                    <a:pt x="1142432" y="459564"/>
                  </a:cubicBezTo>
                  <a:cubicBezTo>
                    <a:pt x="1168100" y="492702"/>
                    <a:pt x="1189514" y="529770"/>
                    <a:pt x="1197247" y="579521"/>
                  </a:cubicBezTo>
                  <a:cubicBezTo>
                    <a:pt x="1197247" y="593773"/>
                    <a:pt x="1197247" y="607991"/>
                    <a:pt x="1197247" y="622241"/>
                  </a:cubicBezTo>
                  <a:cubicBezTo>
                    <a:pt x="1174200" y="748864"/>
                    <a:pt x="1075029" y="834427"/>
                    <a:pt x="912217" y="811393"/>
                  </a:cubicBezTo>
                  <a:cubicBezTo>
                    <a:pt x="870326" y="876408"/>
                    <a:pt x="795786" y="938333"/>
                    <a:pt x="679795" y="933408"/>
                  </a:cubicBezTo>
                  <a:cubicBezTo>
                    <a:pt x="619841" y="929140"/>
                    <a:pt x="578132" y="904417"/>
                    <a:pt x="541614" y="874382"/>
                  </a:cubicBezTo>
                  <a:cubicBezTo>
                    <a:pt x="503151" y="899349"/>
                    <a:pt x="461494" y="918942"/>
                    <a:pt x="401306" y="919158"/>
                  </a:cubicBezTo>
                  <a:cubicBezTo>
                    <a:pt x="262061" y="919527"/>
                    <a:pt x="168911" y="823340"/>
                    <a:pt x="166653" y="691404"/>
                  </a:cubicBezTo>
                  <a:cubicBezTo>
                    <a:pt x="77136" y="660538"/>
                    <a:pt x="16507" y="602925"/>
                    <a:pt x="0" y="504340"/>
                  </a:cubicBezTo>
                  <a:cubicBezTo>
                    <a:pt x="0" y="490091"/>
                    <a:pt x="0" y="475810"/>
                    <a:pt x="0" y="461621"/>
                  </a:cubicBezTo>
                  <a:cubicBezTo>
                    <a:pt x="18220" y="363930"/>
                    <a:pt x="75553" y="302567"/>
                    <a:pt x="171013" y="276554"/>
                  </a:cubicBezTo>
                  <a:cubicBezTo>
                    <a:pt x="165277" y="111758"/>
                    <a:pt x="356224" y="8783"/>
                    <a:pt x="513092" y="81385"/>
                  </a:cubicBezTo>
                  <a:cubicBezTo>
                    <a:pt x="550440" y="45484"/>
                    <a:pt x="603282" y="6327"/>
                    <a:pt x="679771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6121" y="127107"/>
              <a:ext cx="1085005" cy="67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u can get information about all the degree and sub u need to study 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77399" y="3256935"/>
            <a:ext cx="3084532" cy="2406558"/>
            <a:chOff x="0" y="0"/>
            <a:chExt cx="1197247" cy="9340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7247" cy="933683"/>
            </a:xfrm>
            <a:custGeom>
              <a:avLst/>
              <a:gdLst/>
              <a:ahLst/>
              <a:cxnLst/>
              <a:rect r="r" b="b" t="t" l="l"/>
              <a:pathLst>
                <a:path h="933683" w="1197247">
                  <a:moveTo>
                    <a:pt x="679771" y="0"/>
                  </a:moveTo>
                  <a:cubicBezTo>
                    <a:pt x="692903" y="0"/>
                    <a:pt x="706114" y="0"/>
                    <a:pt x="719220" y="0"/>
                  </a:cubicBezTo>
                  <a:cubicBezTo>
                    <a:pt x="823712" y="15601"/>
                    <a:pt x="889014" y="67534"/>
                    <a:pt x="918758" y="152512"/>
                  </a:cubicBezTo>
                  <a:cubicBezTo>
                    <a:pt x="1092963" y="141180"/>
                    <a:pt x="1212437" y="301862"/>
                    <a:pt x="1142432" y="459564"/>
                  </a:cubicBezTo>
                  <a:cubicBezTo>
                    <a:pt x="1168100" y="492702"/>
                    <a:pt x="1189514" y="529770"/>
                    <a:pt x="1197247" y="579521"/>
                  </a:cubicBezTo>
                  <a:cubicBezTo>
                    <a:pt x="1197247" y="593773"/>
                    <a:pt x="1197247" y="607991"/>
                    <a:pt x="1197247" y="622241"/>
                  </a:cubicBezTo>
                  <a:cubicBezTo>
                    <a:pt x="1174200" y="748864"/>
                    <a:pt x="1075029" y="834427"/>
                    <a:pt x="912217" y="811393"/>
                  </a:cubicBezTo>
                  <a:cubicBezTo>
                    <a:pt x="870326" y="876408"/>
                    <a:pt x="795786" y="938333"/>
                    <a:pt x="679795" y="933408"/>
                  </a:cubicBezTo>
                  <a:cubicBezTo>
                    <a:pt x="619841" y="929140"/>
                    <a:pt x="578132" y="904417"/>
                    <a:pt x="541614" y="874382"/>
                  </a:cubicBezTo>
                  <a:cubicBezTo>
                    <a:pt x="503151" y="899349"/>
                    <a:pt x="461494" y="918942"/>
                    <a:pt x="401306" y="919158"/>
                  </a:cubicBezTo>
                  <a:cubicBezTo>
                    <a:pt x="262061" y="919527"/>
                    <a:pt x="168911" y="823340"/>
                    <a:pt x="166653" y="691404"/>
                  </a:cubicBezTo>
                  <a:cubicBezTo>
                    <a:pt x="77136" y="660538"/>
                    <a:pt x="16507" y="602925"/>
                    <a:pt x="0" y="504340"/>
                  </a:cubicBezTo>
                  <a:cubicBezTo>
                    <a:pt x="0" y="490091"/>
                    <a:pt x="0" y="475810"/>
                    <a:pt x="0" y="461621"/>
                  </a:cubicBezTo>
                  <a:cubicBezTo>
                    <a:pt x="18220" y="363930"/>
                    <a:pt x="75553" y="302567"/>
                    <a:pt x="171013" y="276554"/>
                  </a:cubicBezTo>
                  <a:cubicBezTo>
                    <a:pt x="165277" y="111758"/>
                    <a:pt x="356224" y="8783"/>
                    <a:pt x="513092" y="81385"/>
                  </a:cubicBezTo>
                  <a:cubicBezTo>
                    <a:pt x="550440" y="45484"/>
                    <a:pt x="603282" y="6327"/>
                    <a:pt x="679771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6121" y="127107"/>
              <a:ext cx="1085005" cy="67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ya bro this is a life saver website thanks dear ,</a:t>
              </a:r>
            </a:p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 is very helpful for me 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464628" y="7568738"/>
            <a:ext cx="141160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2nd </a:t>
            </a: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feature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30" y="5812574"/>
            <a:ext cx="1891540" cy="4191778"/>
          </a:xfrm>
          <a:custGeom>
            <a:avLst/>
            <a:gdLst/>
            <a:ahLst/>
            <a:cxnLst/>
            <a:rect r="r" b="b" t="t" l="l"/>
            <a:pathLst>
              <a:path h="4191778" w="1891540">
                <a:moveTo>
                  <a:pt x="0" y="0"/>
                </a:moveTo>
                <a:lnTo>
                  <a:pt x="1891540" y="0"/>
                </a:lnTo>
                <a:lnTo>
                  <a:pt x="1891540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80705" y="5812574"/>
            <a:ext cx="1545718" cy="4191778"/>
          </a:xfrm>
          <a:custGeom>
            <a:avLst/>
            <a:gdLst/>
            <a:ahLst/>
            <a:cxnLst/>
            <a:rect r="r" b="b" t="t" l="l"/>
            <a:pathLst>
              <a:path h="4191778" w="1545718">
                <a:moveTo>
                  <a:pt x="0" y="0"/>
                </a:moveTo>
                <a:lnTo>
                  <a:pt x="1545718" y="0"/>
                </a:lnTo>
                <a:lnTo>
                  <a:pt x="1545718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348132" y="3451997"/>
            <a:ext cx="34342" cy="4636148"/>
            <a:chOff x="0" y="0"/>
            <a:chExt cx="50800" cy="685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8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50800">
                  <a:moveTo>
                    <a:pt x="0" y="6858000"/>
                  </a:moveTo>
                  <a:lnTo>
                    <a:pt x="0" y="0"/>
                  </a:lnTo>
                  <a:lnTo>
                    <a:pt x="50800" y="0"/>
                  </a:lnTo>
                  <a:lnTo>
                    <a:pt x="50800" y="6858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932195" y="5371017"/>
            <a:ext cx="4161386" cy="883114"/>
          </a:xfrm>
          <a:custGeom>
            <a:avLst/>
            <a:gdLst/>
            <a:ahLst/>
            <a:cxnLst/>
            <a:rect r="r" b="b" t="t" l="l"/>
            <a:pathLst>
              <a:path h="883114" w="4161386">
                <a:moveTo>
                  <a:pt x="0" y="0"/>
                </a:moveTo>
                <a:lnTo>
                  <a:pt x="4161386" y="0"/>
                </a:lnTo>
                <a:lnTo>
                  <a:pt x="4161386" y="883114"/>
                </a:lnTo>
                <a:lnTo>
                  <a:pt x="0" y="883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6" r="0" b="-3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56585" y="2094568"/>
            <a:ext cx="4451776" cy="64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</a:pPr>
            <a:r>
              <a:rPr lang="en-US" sz="30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explore career options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82047" y="4732224"/>
            <a:ext cx="3061682" cy="64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</a:pPr>
            <a:r>
              <a:rPr lang="en-US" sz="30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 next after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80110" y="5193362"/>
            <a:ext cx="4080754" cy="118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</a:pPr>
            <a:r>
              <a:rPr lang="en-US" sz="306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find all ways to ur dreams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07113" y="3118247"/>
            <a:ext cx="3086100" cy="2025253"/>
            <a:chOff x="0" y="0"/>
            <a:chExt cx="81280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38100" y="60325"/>
              <a:ext cx="7366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not only this if you stuck in-between and u want to explore other available options at certain time u can do that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934379" y="3730697"/>
            <a:ext cx="2315909" cy="1519815"/>
            <a:chOff x="0" y="0"/>
            <a:chExt cx="812800" cy="53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38100" y="60325"/>
              <a:ext cx="7366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oh that will be great 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6984" y="-562028"/>
            <a:ext cx="22722704" cy="12043033"/>
          </a:xfrm>
          <a:custGeom>
            <a:avLst/>
            <a:gdLst/>
            <a:ahLst/>
            <a:cxnLst/>
            <a:rect r="r" b="b" t="t" l="l"/>
            <a:pathLst>
              <a:path h="12043033" w="22722704">
                <a:moveTo>
                  <a:pt x="0" y="0"/>
                </a:moveTo>
                <a:lnTo>
                  <a:pt x="22722704" y="0"/>
                </a:lnTo>
                <a:lnTo>
                  <a:pt x="22722704" y="12043033"/>
                </a:lnTo>
                <a:lnTo>
                  <a:pt x="0" y="12043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930" y="5812574"/>
            <a:ext cx="1891540" cy="4191778"/>
          </a:xfrm>
          <a:custGeom>
            <a:avLst/>
            <a:gdLst/>
            <a:ahLst/>
            <a:cxnLst/>
            <a:rect r="r" b="b" t="t" l="l"/>
            <a:pathLst>
              <a:path h="4191778" w="1891540">
                <a:moveTo>
                  <a:pt x="0" y="0"/>
                </a:moveTo>
                <a:lnTo>
                  <a:pt x="1891540" y="0"/>
                </a:lnTo>
                <a:lnTo>
                  <a:pt x="1891540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07113" y="3118247"/>
            <a:ext cx="3086100" cy="2025253"/>
            <a:chOff x="0" y="0"/>
            <a:chExt cx="812800" cy="533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38100" y="50800"/>
              <a:ext cx="736600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just like this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730102" y="5812574"/>
            <a:ext cx="1545718" cy="4191778"/>
          </a:xfrm>
          <a:custGeom>
            <a:avLst/>
            <a:gdLst/>
            <a:ahLst/>
            <a:cxnLst/>
            <a:rect r="r" b="b" t="t" l="l"/>
            <a:pathLst>
              <a:path h="4191778" w="1545718">
                <a:moveTo>
                  <a:pt x="0" y="0"/>
                </a:moveTo>
                <a:lnTo>
                  <a:pt x="1545718" y="0"/>
                </a:lnTo>
                <a:lnTo>
                  <a:pt x="1545718" y="4191778"/>
                </a:lnTo>
                <a:lnTo>
                  <a:pt x="0" y="419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707986" y="1861256"/>
            <a:ext cx="5001515" cy="3282244"/>
            <a:chOff x="0" y="0"/>
            <a:chExt cx="812800" cy="5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82352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38100" y="50800"/>
              <a:ext cx="736600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 amazing website ,thanks for thanks for letting me know about this I'll tell my friends also it will help them also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488381" y="7568738"/>
            <a:ext cx="136409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3rd </a:t>
            </a:r>
            <a:r>
              <a:rPr lang="en-US" sz="1999" u="sng">
                <a:solidFill>
                  <a:srgbClr val="82352A"/>
                </a:solidFill>
                <a:latin typeface="Canva Sans"/>
                <a:ea typeface="Canva Sans"/>
                <a:cs typeface="Canva Sans"/>
                <a:sym typeface="Canva Sans"/>
              </a:rPr>
              <a:t>feature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DAG08NJcm_k</dc:identifier>
  <dcterms:modified xsi:type="dcterms:W3CDTF">2011-08-01T06:04:30Z</dcterms:modified>
  <cp:revision>1</cp:revision>
  <dc:title>Your paragraph text</dc:title>
</cp:coreProperties>
</file>